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1" r:id="rId4"/>
    <p:sldId id="263" r:id="rId5"/>
    <p:sldId id="266" r:id="rId6"/>
    <p:sldId id="259" r:id="rId7"/>
    <p:sldId id="265" r:id="rId8"/>
    <p:sldId id="260" r:id="rId9"/>
    <p:sldId id="264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170C3-30D9-447B-AB59-855605375C12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063B0-FF3B-4739-8F91-90F21D1B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52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063B0-FF3B-4739-8F91-90F21D1B74D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608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20623-2AE7-BC70-113C-456586F4C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B2E2C8-9339-A953-0D5E-6A13D3269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91A03A-2029-A197-F192-186D3D83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F77960-91A1-8A64-DDE5-C22571F2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E449E-4EDE-FEF0-DD8A-5275E06A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6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4AEEB-4A99-17C0-BA16-43588500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1FC99B-0DB0-725F-4A4C-FB29F2664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36FCE5-21A8-0DEB-4951-EB40BB6B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F063B1-CAC8-A6B3-55B3-8A7A4CAD0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2EEC5-23C7-8EC5-FF7C-655C870C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68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5B21C-FA10-F26C-E3EE-6852EEC0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2E6E4A-8F73-39F2-3804-F94930FB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6BDD1D-3883-859D-9EBF-FAB0D554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260411-ABC7-323E-579D-7B8CFA0DA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7C3D4-23FE-9CCB-B71C-0F04DEEE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96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0A985-460A-C122-B52D-CADF1375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44AC7-B973-9C86-B1DB-9BA153EA9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1A2817-079F-F09D-65D4-843B4B8B1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11A9BE-B572-92F2-7B52-611EB235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FC0B1A-5E04-ED64-3E64-D9697FAE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EAF0BB-6EE8-3942-6850-75052566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5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7D6DA-B1A0-D91E-E16E-C6354070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2F3F8-79A4-9312-2B5E-6AD539389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0C6AF5-2A63-F01A-8A9D-9353FB6DF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DAFC1-1217-784E-1F03-246C1D467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5CAC53-B1F1-915D-327B-F76BFB474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40B68A-A06E-DB45-80F1-444CF108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5F5959-BCB7-E4ED-4CE4-97C922A3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FB3F5C-DAFE-12D6-4D02-C5360C07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1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60CFA-ED68-48B6-18D8-3C9C97EF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422BF9-9E74-8726-70A4-CD577EFB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8354B1-A847-88D0-2A47-AC5A5EFE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E9AF61-DCBA-41EF-E62B-B1B0DD1C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27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534502-1409-4955-6CCE-5F6BB2AC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57AFC9-8577-3EDC-6C32-2EEE43C1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782F41-EEE3-B194-4603-2D975F08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0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CA8E0-384A-8CAD-CFE4-EDC1CC5F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E605E-5108-DD59-195F-7B846957D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10ADA9-6A51-A0B1-E170-098DC6DD3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7C2FB3-D65B-A0D3-4854-37E90203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023E34-CB3C-E429-7314-A56294E5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8274D-5991-7B68-DC02-C04BC0F5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88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CABE7-F086-2449-86BD-87B071D0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F73B48-8F48-8E1E-A3BB-04CBF3497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B5F6D5-CEF9-92A3-C4A2-423E63FE6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1343F2-9BF9-A5B7-600E-43BBFCF9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B7C195-448B-5629-9BC8-42498C18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0383A-7929-B05A-579F-5420D8E7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85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2D2AE-90BC-F1E0-ECC6-CE8F19D5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95C7C7-DE1B-A238-20E1-6167C1017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DC747F-6EA4-1A85-7457-367838CF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73EA14-146E-1325-5B60-63630E55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BFFC48-2F8A-BD33-EDDA-C68DC33A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67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048D10-C58C-5F76-849D-A83885627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198EF0-75ED-ACBA-C09E-B2DB0BFC3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54A16-0D34-D8E4-2249-9C6FA752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B550DF-EB9E-5777-1E68-7C8413D3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20E3DD-25F1-126F-2BC9-A588F34F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7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372072-F501-CD2F-7A5A-1BDE2862A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C1BC89-A0EB-D2C8-0B87-3FACA0E48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65D2E-FF16-8E96-2AF0-7DAF1EE64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07454-C5E6-44D5-80C6-534FA93C3649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6C2FAA-3ADA-39B4-7DBB-4EF768AF4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ED13E6-AD5B-83FE-1FCD-204B3E2B7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6BA87-DD5D-4545-992C-EE4DDF232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66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77D73-2743-D573-4393-FC29B27AF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52520"/>
          </a:xfrm>
        </p:spPr>
        <p:txBody>
          <a:bodyPr>
            <a:noAutofit/>
          </a:bodyPr>
          <a:lstStyle/>
          <a:p>
            <a:r>
              <a:rPr lang="en-US" altLang="zh-CN" sz="4800" b="1">
                <a:latin typeface="Courier New" panose="02070309020205020404" pitchFamily="49" charset="0"/>
                <a:cs typeface="Courier New" panose="02070309020205020404" pitchFamily="49" charset="0"/>
              </a:rPr>
              <a:t>Book_Agent</a:t>
            </a:r>
            <a:endParaRPr lang="zh-CN" altLang="en-US" sz="4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67CE10-9EA4-9A72-6CAF-E20E7C7C13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23307110043 </a:t>
            </a:r>
            <a:r>
              <a:rPr lang="zh-CN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孙天宇</a:t>
            </a:r>
            <a:endParaRPr lang="en-US" altLang="zh-CN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2025-10-16</a:t>
            </a:r>
            <a:endParaRPr lang="zh-CN" alt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79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6FFF012-620B-D47B-FA8D-2E95153CA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13" y="252113"/>
            <a:ext cx="10890976" cy="556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9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420FDE-48ED-9524-BAF1-056A6E66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17" y="0"/>
            <a:ext cx="10303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3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1EF0-ABF8-3634-1286-B788D8DC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A356035-E86A-ED22-F8AF-301E739DF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45" y="0"/>
            <a:ext cx="11613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1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14B7C07-082E-AF6B-3328-55641E147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02" y="378931"/>
            <a:ext cx="4166497" cy="599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0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DEB8F7-54A3-BB3E-08DB-8CAFE904A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0" y="158169"/>
            <a:ext cx="11484015" cy="365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9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EDF19A5-31E0-0145-768D-DDA16B851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7" y="583323"/>
            <a:ext cx="6621519" cy="49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8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E99D968-E772-A53C-631F-581DBC89B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93" y="258782"/>
            <a:ext cx="9568528" cy="495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6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73BF0CA-9733-70B0-1E82-C64D5E8C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58" y="78827"/>
            <a:ext cx="7361911" cy="60014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2B53E7C-0B10-FCC6-FC01-769F43565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04" y="3844160"/>
            <a:ext cx="5446349" cy="205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0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2E33D-3372-8C31-BC5A-7618C4F0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621" y="2141373"/>
            <a:ext cx="2186183" cy="1325563"/>
          </a:xfrm>
        </p:spPr>
        <p:txBody>
          <a:bodyPr>
            <a:normAutofit/>
          </a:bodyPr>
          <a:lstStyle/>
          <a:p>
            <a:r>
              <a:rPr lang="zh-CN" altLang="en-US" sz="4800" b="1">
                <a:latin typeface="Courier New" panose="02070309020205020404" pitchFamily="49" charset="0"/>
                <a:cs typeface="Courier New" panose="02070309020205020404" pitchFamily="49" charset="0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368999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</Words>
  <Application>Microsoft Office PowerPoint</Application>
  <PresentationFormat>宽屏</PresentationFormat>
  <Paragraphs>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Courier New</vt:lpstr>
      <vt:lpstr>Office 主题​​</vt:lpstr>
      <vt:lpstr>Book_Agent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天宇 孙</dc:creator>
  <cp:lastModifiedBy>天宇 孙</cp:lastModifiedBy>
  <cp:revision>9</cp:revision>
  <dcterms:created xsi:type="dcterms:W3CDTF">2025-10-16T10:09:42Z</dcterms:created>
  <dcterms:modified xsi:type="dcterms:W3CDTF">2025-10-16T11:42:27Z</dcterms:modified>
</cp:coreProperties>
</file>